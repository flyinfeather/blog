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65" r:id="rId3"/>
    <p:sldId id="266" r:id="rId4"/>
    <p:sldId id="268" r:id="rId5"/>
    <p:sldId id="267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CC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502" autoAdjust="0"/>
  </p:normalViewPr>
  <p:slideViewPr>
    <p:cSldViewPr showGuides="1">
      <p:cViewPr varScale="1">
        <p:scale>
          <a:sx n="63" d="100"/>
          <a:sy n="63" d="100"/>
        </p:scale>
        <p:origin x="115" y="19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E75715-F0CF-4EF0-9844-112D1F62D00E}" type="datetimeFigureOut">
              <a:rPr lang="en-NZ" smtClean="0"/>
              <a:t>26/11/2018</a:t>
            </a:fld>
            <a:endParaRPr lang="en-N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7846B3-2108-4074-A114-6391FD718DED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531897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Statistics</a:t>
            </a:r>
            <a:r>
              <a:rPr lang="en-US" baseline="0" dirty="0"/>
              <a:t> is about articulating the patterns we see in the data using numbers. Now it is not that simple and there is a number a caveats to each approach but this is what our drop-in sessions are about. </a:t>
            </a:r>
          </a:p>
          <a:p>
            <a:endParaRPr lang="en-US" baseline="0" dirty="0"/>
          </a:p>
          <a:p>
            <a:r>
              <a:rPr lang="en-US" baseline="0" dirty="0"/>
              <a:t>We provide support by discussing  and developing statistical approaches to your research and link you with the correct resources and experts needed to achieve these approaches.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846B3-2108-4074-A114-6391FD718DED}" type="slidenum">
              <a:rPr lang="en-NZ" smtClean="0"/>
              <a:t>1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046313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D46A3-45C3-4FF9-9896-05F5B58A5B01}" type="datetimeFigureOut">
              <a:rPr lang="en-NZ" smtClean="0"/>
              <a:t>26/11/2018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68A27-1B61-43D9-B546-2EB372B91E7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012382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D46A3-45C3-4FF9-9896-05F5B58A5B01}" type="datetimeFigureOut">
              <a:rPr lang="en-NZ" smtClean="0"/>
              <a:t>26/11/2018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68A27-1B61-43D9-B546-2EB372B91E7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773782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D46A3-45C3-4FF9-9896-05F5B58A5B01}" type="datetimeFigureOut">
              <a:rPr lang="en-NZ" smtClean="0"/>
              <a:t>26/11/2018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68A27-1B61-43D9-B546-2EB372B91E7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68821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D46A3-45C3-4FF9-9896-05F5B58A5B01}" type="datetimeFigureOut">
              <a:rPr lang="en-NZ" smtClean="0"/>
              <a:t>26/11/2018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68A27-1B61-43D9-B546-2EB372B91E7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430569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D46A3-45C3-4FF9-9896-05F5B58A5B01}" type="datetimeFigureOut">
              <a:rPr lang="en-NZ" smtClean="0"/>
              <a:t>26/11/2018</a:t>
            </a:fld>
            <a:endParaRPr lang="en-N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68A27-1B61-43D9-B546-2EB372B91E7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286464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D46A3-45C3-4FF9-9896-05F5B58A5B01}" type="datetimeFigureOut">
              <a:rPr lang="en-NZ" smtClean="0"/>
              <a:t>26/11/2018</a:t>
            </a:fld>
            <a:endParaRPr lang="en-N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68A27-1B61-43D9-B546-2EB372B91E7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289235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D46A3-45C3-4FF9-9896-05F5B58A5B01}" type="datetimeFigureOut">
              <a:rPr lang="en-NZ" smtClean="0"/>
              <a:t>26/11/2018</a:t>
            </a:fld>
            <a:endParaRPr lang="en-N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68A27-1B61-43D9-B546-2EB372B91E7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239227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D46A3-45C3-4FF9-9896-05F5B58A5B01}" type="datetimeFigureOut">
              <a:rPr lang="en-NZ" smtClean="0"/>
              <a:t>26/11/2018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68A27-1B61-43D9-B546-2EB372B91E7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918614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D46A3-45C3-4FF9-9896-05F5B58A5B01}" type="datetimeFigureOut">
              <a:rPr lang="en-NZ" smtClean="0"/>
              <a:t>26/11/2018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68A27-1B61-43D9-B546-2EB372B91E7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10817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D46A3-45C3-4FF9-9896-05F5B58A5B01}" type="datetimeFigureOut">
              <a:rPr lang="en-NZ" smtClean="0"/>
              <a:t>26/11/2018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68A27-1B61-43D9-B546-2EB372B91E7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54387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D46A3-45C3-4FF9-9896-05F5B58A5B01}" type="datetimeFigureOut">
              <a:rPr lang="en-NZ" smtClean="0"/>
              <a:t>26/11/2018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68A27-1B61-43D9-B546-2EB372B91E7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425884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CD46A3-45C3-4FF9-9896-05F5B58A5B01}" type="datetimeFigureOut">
              <a:rPr lang="en-NZ" smtClean="0"/>
              <a:t>26/11/2018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A68A27-1B61-43D9-B546-2EB372B91E7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249222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hyperlink" Target="mailto:Anthony.Davidson@canberra.edu.au" TargetMode="External"/><Relationship Id="rId4" Type="http://schemas.openxmlformats.org/officeDocument/2006/relationships/hyperlink" Target="mailto:ResearcherDevelopment@canberra.edu.au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hyperlink" Target="mailto:Anthony.Davidson@canberra.edu.au" TargetMode="External"/><Relationship Id="rId4" Type="http://schemas.openxmlformats.org/officeDocument/2006/relationships/hyperlink" Target="mailto:ResearcherDevelopment@canberra.edu.au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hyperlink" Target="mailto:statistics.network@canberra.edu.au" TargetMode="External"/><Relationship Id="rId4" Type="http://schemas.openxmlformats.org/officeDocument/2006/relationships/hyperlink" Target="mailto:ResearcherDevelopment@canberra.edu.au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statistics.network@canberra.edu.au" TargetMode="External"/><Relationship Id="rId5" Type="http://schemas.openxmlformats.org/officeDocument/2006/relationships/hyperlink" Target="mailto:ResearcherDevelopment@canberra.edu.au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Z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404664"/>
            <a:ext cx="8400933" cy="6012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402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0730" y="1387505"/>
            <a:ext cx="4352925" cy="332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153007"/>
            <a:ext cx="2885069" cy="3519375"/>
          </a:xfrm>
          <a:prstGeom prst="rect">
            <a:avLst/>
          </a:prstGeo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Statistical support network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1216" y="0"/>
            <a:ext cx="1822784" cy="6858000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2399346" y="-3633"/>
            <a:ext cx="4590256" cy="1525854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Statistical support 2018</a:t>
            </a:r>
            <a:endParaRPr lang="en-NZ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4011" y="5408514"/>
            <a:ext cx="50405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Researcher Development</a:t>
            </a:r>
            <a:br>
              <a:rPr lang="en-AU" b="1" dirty="0"/>
            </a:br>
            <a:r>
              <a:rPr lang="en-AU" dirty="0"/>
              <a:t>E: </a:t>
            </a:r>
            <a:r>
              <a:rPr lang="en-AU" u="sng" dirty="0">
                <a:hlinkClick r:id="rId4"/>
              </a:rPr>
              <a:t>ResearcherDevelopment@canberra.edu.au</a:t>
            </a:r>
            <a:endParaRPr lang="en-AU" u="sng" dirty="0"/>
          </a:p>
          <a:p>
            <a:r>
              <a:rPr lang="en-AU" b="1" dirty="0"/>
              <a:t>Statistical Advisor:</a:t>
            </a:r>
          </a:p>
          <a:p>
            <a:r>
              <a:rPr lang="en-AU" u="sng" dirty="0"/>
              <a:t>E: </a:t>
            </a:r>
            <a:r>
              <a:rPr lang="en-AU" u="sng" dirty="0">
                <a:hlinkClick r:id="rId5"/>
              </a:rPr>
              <a:t>Anthony.Davidson@canberra.edu.au</a:t>
            </a:r>
            <a:r>
              <a:rPr lang="en-AU" u="sng" dirty="0"/>
              <a:t> </a:t>
            </a:r>
            <a:r>
              <a:rPr lang="en-AU" dirty="0"/>
              <a:t> </a:t>
            </a:r>
            <a:endParaRPr lang="en-NZ" dirty="0"/>
          </a:p>
          <a:p>
            <a:endParaRPr lang="en-NZ" dirty="0"/>
          </a:p>
        </p:txBody>
      </p:sp>
      <p:sp>
        <p:nvSpPr>
          <p:cNvPr id="9" name="TextBox 8"/>
          <p:cNvSpPr txBox="1"/>
          <p:nvPr/>
        </p:nvSpPr>
        <p:spPr>
          <a:xfrm>
            <a:off x="146395" y="1533438"/>
            <a:ext cx="3110510" cy="2062103"/>
          </a:xfrm>
          <a:prstGeom prst="rect">
            <a:avLst/>
          </a:prstGeom>
          <a:solidFill>
            <a:srgbClr val="FFCCCC"/>
          </a:solidFill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b="1" dirty="0"/>
              <a:t>Drop-in sessions:</a:t>
            </a:r>
          </a:p>
          <a:p>
            <a:r>
              <a:rPr lang="en-US" sz="3200" dirty="0"/>
              <a:t>1pm-3pm</a:t>
            </a:r>
          </a:p>
          <a:p>
            <a:r>
              <a:rPr lang="en-US" sz="3200" dirty="0"/>
              <a:t>Every Thursday</a:t>
            </a:r>
          </a:p>
          <a:p>
            <a:r>
              <a:rPr lang="en-US" sz="3200" dirty="0"/>
              <a:t>Room  9C18</a:t>
            </a:r>
            <a:endParaRPr lang="en-NZ" sz="3200" dirty="0"/>
          </a:p>
        </p:txBody>
      </p:sp>
      <p:sp>
        <p:nvSpPr>
          <p:cNvPr id="10" name="Oval 9"/>
          <p:cNvSpPr/>
          <p:nvPr/>
        </p:nvSpPr>
        <p:spPr>
          <a:xfrm>
            <a:off x="4681003" y="3519472"/>
            <a:ext cx="399715" cy="2698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12" name="Straight Connector 11"/>
          <p:cNvCxnSpPr>
            <a:cxnSpLocks/>
            <a:stCxn id="10" idx="2"/>
          </p:cNvCxnSpPr>
          <p:nvPr/>
        </p:nvCxnSpPr>
        <p:spPr>
          <a:xfrm flipH="1" flipV="1">
            <a:off x="3290354" y="2737503"/>
            <a:ext cx="1390649" cy="916876"/>
          </a:xfrm>
          <a:prstGeom prst="lin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Straight Connector 13"/>
          <p:cNvCxnSpPr>
            <a:cxnSpLocks/>
          </p:cNvCxnSpPr>
          <p:nvPr/>
        </p:nvCxnSpPr>
        <p:spPr>
          <a:xfrm>
            <a:off x="4971715" y="3838854"/>
            <a:ext cx="576064" cy="1431090"/>
          </a:xfrm>
          <a:prstGeom prst="lin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TextBox 16"/>
          <p:cNvSpPr txBox="1"/>
          <p:nvPr/>
        </p:nvSpPr>
        <p:spPr>
          <a:xfrm>
            <a:off x="5547780" y="4912005"/>
            <a:ext cx="1368152" cy="58477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b="1" dirty="0"/>
              <a:t>Level 3</a:t>
            </a:r>
            <a:endParaRPr lang="en-NZ" sz="3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2108850-53F2-42D0-AFDA-AC022E05B2A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93211"/>
            <a:ext cx="2031466" cy="126295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EAC9563-8B84-47F5-92D5-F7673742B387}"/>
              </a:ext>
            </a:extLst>
          </p:cNvPr>
          <p:cNvSpPr txBox="1"/>
          <p:nvPr/>
        </p:nvSpPr>
        <p:spPr>
          <a:xfrm>
            <a:off x="135013" y="3717309"/>
            <a:ext cx="3110510" cy="15696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762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b="1" dirty="0"/>
              <a:t>Office (3C3) </a:t>
            </a:r>
          </a:p>
          <a:p>
            <a:r>
              <a:rPr lang="en-US" sz="3200" dirty="0"/>
              <a:t>Monday - Friday</a:t>
            </a:r>
          </a:p>
          <a:p>
            <a:r>
              <a:rPr lang="en-US" sz="3200" dirty="0"/>
              <a:t>9am - 5pm</a:t>
            </a:r>
            <a:endParaRPr lang="en-NZ" sz="32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16624C4-0810-4AF5-A85B-255066F3EB5B}"/>
              </a:ext>
            </a:extLst>
          </p:cNvPr>
          <p:cNvSpPr/>
          <p:nvPr/>
        </p:nvSpPr>
        <p:spPr>
          <a:xfrm>
            <a:off x="4658507" y="2163100"/>
            <a:ext cx="399715" cy="269813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08BF120-14FF-4064-87CA-C1DB31319E9D}"/>
              </a:ext>
            </a:extLst>
          </p:cNvPr>
          <p:cNvCxnSpPr>
            <a:cxnSpLocks/>
          </p:cNvCxnSpPr>
          <p:nvPr/>
        </p:nvCxnSpPr>
        <p:spPr>
          <a:xfrm>
            <a:off x="5030342" y="2259059"/>
            <a:ext cx="1629890" cy="2652946"/>
          </a:xfrm>
          <a:prstGeom prst="lin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6D130AB-ED6B-43F7-8C02-4A5693E9102D}"/>
              </a:ext>
            </a:extLst>
          </p:cNvPr>
          <p:cNvCxnSpPr>
            <a:cxnSpLocks/>
          </p:cNvCxnSpPr>
          <p:nvPr/>
        </p:nvCxnSpPr>
        <p:spPr>
          <a:xfrm flipH="1">
            <a:off x="3290354" y="2432913"/>
            <a:ext cx="1623852" cy="1284396"/>
          </a:xfrm>
          <a:prstGeom prst="lin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EBBFF43D-54F6-4623-8D21-990F81EF9301}"/>
              </a:ext>
            </a:extLst>
          </p:cNvPr>
          <p:cNvSpPr txBox="1"/>
          <p:nvPr/>
        </p:nvSpPr>
        <p:spPr>
          <a:xfrm>
            <a:off x="5705961" y="702592"/>
            <a:ext cx="1368152" cy="5847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76200">
            <a:solidFill>
              <a:srgbClr val="00B05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 b="1"/>
            </a:lvl1pPr>
          </a:lstStyle>
          <a:p>
            <a:r>
              <a:rPr lang="en-US"/>
              <a:t>Level 3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773874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0730" y="1387505"/>
            <a:ext cx="4352925" cy="332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153007"/>
            <a:ext cx="2885069" cy="3519375"/>
          </a:xfrm>
          <a:prstGeom prst="rect">
            <a:avLst/>
          </a:prstGeo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Statistical support network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1216" y="0"/>
            <a:ext cx="1822784" cy="6858000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2399346" y="-3633"/>
            <a:ext cx="4590256" cy="1525854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Statistical support 2018</a:t>
            </a:r>
            <a:endParaRPr lang="en-NZ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4011" y="5408514"/>
            <a:ext cx="50405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Researcher Development</a:t>
            </a:r>
            <a:br>
              <a:rPr lang="en-AU" b="1" dirty="0"/>
            </a:br>
            <a:r>
              <a:rPr lang="en-AU" dirty="0"/>
              <a:t>E: </a:t>
            </a:r>
            <a:r>
              <a:rPr lang="en-AU" u="sng" dirty="0">
                <a:hlinkClick r:id="rId4"/>
              </a:rPr>
              <a:t>ResearcherDevelopment@canberra.edu.au</a:t>
            </a:r>
            <a:endParaRPr lang="en-AU" u="sng" dirty="0"/>
          </a:p>
          <a:p>
            <a:r>
              <a:rPr lang="en-AU" b="1" dirty="0"/>
              <a:t>Statistical Advisor:</a:t>
            </a:r>
          </a:p>
          <a:p>
            <a:r>
              <a:rPr lang="en-AU" u="sng" dirty="0"/>
              <a:t>E: </a:t>
            </a:r>
            <a:r>
              <a:rPr lang="en-AU" u="sng" dirty="0">
                <a:hlinkClick r:id="rId5"/>
              </a:rPr>
              <a:t>Anthony.Davidson@canberra.edu.au</a:t>
            </a:r>
            <a:r>
              <a:rPr lang="en-AU" u="sng" dirty="0"/>
              <a:t> </a:t>
            </a:r>
            <a:r>
              <a:rPr lang="en-AU" dirty="0"/>
              <a:t> </a:t>
            </a:r>
            <a:endParaRPr lang="en-NZ" dirty="0"/>
          </a:p>
          <a:p>
            <a:endParaRPr lang="en-NZ" dirty="0"/>
          </a:p>
        </p:txBody>
      </p:sp>
      <p:sp>
        <p:nvSpPr>
          <p:cNvPr id="9" name="TextBox 8"/>
          <p:cNvSpPr txBox="1"/>
          <p:nvPr/>
        </p:nvSpPr>
        <p:spPr>
          <a:xfrm>
            <a:off x="146395" y="1533438"/>
            <a:ext cx="3110510" cy="2062103"/>
          </a:xfrm>
          <a:prstGeom prst="rect">
            <a:avLst/>
          </a:prstGeom>
          <a:solidFill>
            <a:srgbClr val="FFCCCC"/>
          </a:solidFill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b="1" dirty="0"/>
              <a:t>Drop-in sessions:</a:t>
            </a:r>
          </a:p>
          <a:p>
            <a:r>
              <a:rPr lang="en-US" sz="3200" dirty="0"/>
              <a:t>1pm-3pm</a:t>
            </a:r>
          </a:p>
          <a:p>
            <a:r>
              <a:rPr lang="en-US" sz="3200" dirty="0"/>
              <a:t>Every Thursday</a:t>
            </a:r>
          </a:p>
          <a:p>
            <a:r>
              <a:rPr lang="en-US" sz="3200" dirty="0"/>
              <a:t>Room  9C18</a:t>
            </a:r>
            <a:endParaRPr lang="en-NZ" sz="3200" dirty="0"/>
          </a:p>
        </p:txBody>
      </p:sp>
      <p:sp>
        <p:nvSpPr>
          <p:cNvPr id="10" name="Oval 9"/>
          <p:cNvSpPr/>
          <p:nvPr/>
        </p:nvSpPr>
        <p:spPr>
          <a:xfrm>
            <a:off x="4681003" y="3519472"/>
            <a:ext cx="399715" cy="2698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12" name="Straight Connector 11"/>
          <p:cNvCxnSpPr>
            <a:cxnSpLocks/>
            <a:stCxn id="10" idx="2"/>
          </p:cNvCxnSpPr>
          <p:nvPr/>
        </p:nvCxnSpPr>
        <p:spPr>
          <a:xfrm flipH="1" flipV="1">
            <a:off x="3290354" y="2737503"/>
            <a:ext cx="1390649" cy="916876"/>
          </a:xfrm>
          <a:prstGeom prst="lin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Straight Connector 13"/>
          <p:cNvCxnSpPr>
            <a:cxnSpLocks/>
          </p:cNvCxnSpPr>
          <p:nvPr/>
        </p:nvCxnSpPr>
        <p:spPr>
          <a:xfrm>
            <a:off x="4909938" y="3775958"/>
            <a:ext cx="576064" cy="1431090"/>
          </a:xfrm>
          <a:prstGeom prst="lin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TextBox 16"/>
          <p:cNvSpPr txBox="1"/>
          <p:nvPr/>
        </p:nvSpPr>
        <p:spPr>
          <a:xfrm>
            <a:off x="5547780" y="4912005"/>
            <a:ext cx="1368152" cy="58477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b="1" dirty="0"/>
              <a:t>Level 3</a:t>
            </a:r>
            <a:endParaRPr lang="en-NZ" sz="3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2108850-53F2-42D0-AFDA-AC022E05B2A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93211"/>
            <a:ext cx="2031466" cy="1262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410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DAAB7399-7811-49E6-B07D-CFFF69262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26" y="720639"/>
            <a:ext cx="6234380" cy="467323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1216" y="0"/>
            <a:ext cx="1822784" cy="6858000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-584672" y="24837"/>
            <a:ext cx="4590256" cy="641881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>
                <a:solidFill>
                  <a:schemeClr val="tx1"/>
                </a:solidFill>
              </a:rPr>
              <a:t>A new trial!! </a:t>
            </a:r>
            <a:endParaRPr lang="en-NZ" sz="2800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158008" y="5518560"/>
            <a:ext cx="452627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Researcher Development</a:t>
            </a:r>
            <a:br>
              <a:rPr lang="en-AU" b="1" dirty="0"/>
            </a:br>
            <a:r>
              <a:rPr lang="en-AU" dirty="0"/>
              <a:t>E: </a:t>
            </a:r>
            <a:r>
              <a:rPr lang="en-AU" u="sng" dirty="0">
                <a:hlinkClick r:id="rId4"/>
              </a:rPr>
              <a:t>ResearcherDevelopment@canberra.edu.au</a:t>
            </a:r>
            <a:endParaRPr lang="en-AU" u="sng" dirty="0"/>
          </a:p>
          <a:p>
            <a:r>
              <a:rPr lang="en-AU" b="1" dirty="0"/>
              <a:t>Statistical Advisors:</a:t>
            </a:r>
          </a:p>
          <a:p>
            <a:r>
              <a:rPr lang="en-AU" u="sng" dirty="0"/>
              <a:t>E: </a:t>
            </a:r>
            <a:r>
              <a:rPr lang="en-AU" u="sng" dirty="0">
                <a:hlinkClick r:id="rId5"/>
              </a:rPr>
              <a:t>statistics.network@canberra.edu.au</a:t>
            </a:r>
            <a:r>
              <a:rPr lang="en-AU" u="sng" dirty="0"/>
              <a:t> </a:t>
            </a:r>
            <a:r>
              <a:rPr lang="en-AU" dirty="0"/>
              <a:t> </a:t>
            </a:r>
            <a:endParaRPr lang="en-NZ" dirty="0"/>
          </a:p>
          <a:p>
            <a:endParaRPr lang="en-NZ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2108850-53F2-42D0-AFDA-AC022E05B2A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26" y="5501712"/>
            <a:ext cx="2031466" cy="126295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173CD04-D1F1-4D1A-A5BE-7BA0F447A1BC}"/>
              </a:ext>
            </a:extLst>
          </p:cNvPr>
          <p:cNvSpPr txBox="1"/>
          <p:nvPr/>
        </p:nvSpPr>
        <p:spPr>
          <a:xfrm>
            <a:off x="4105465" y="196806"/>
            <a:ext cx="3110510" cy="2062103"/>
          </a:xfrm>
          <a:prstGeom prst="rect">
            <a:avLst/>
          </a:prstGeom>
          <a:solidFill>
            <a:srgbClr val="FFCCCC"/>
          </a:solidFill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b="1" dirty="0"/>
              <a:t>Coding sessions:</a:t>
            </a:r>
          </a:p>
          <a:p>
            <a:r>
              <a:rPr lang="en-US" sz="3200" dirty="0"/>
              <a:t>9am-12pm</a:t>
            </a:r>
          </a:p>
          <a:p>
            <a:r>
              <a:rPr lang="en-US" sz="3200" dirty="0"/>
              <a:t>Every Wednesday</a:t>
            </a:r>
          </a:p>
          <a:p>
            <a:r>
              <a:rPr lang="en-US" sz="3200" dirty="0"/>
              <a:t>Café Momo</a:t>
            </a:r>
            <a:endParaRPr lang="en-NZ" sz="32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ADB787D-87DD-486B-93F4-DDEDDB0D8824}"/>
              </a:ext>
            </a:extLst>
          </p:cNvPr>
          <p:cNvSpPr/>
          <p:nvPr/>
        </p:nvSpPr>
        <p:spPr>
          <a:xfrm>
            <a:off x="4894843" y="4467084"/>
            <a:ext cx="660015" cy="42433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A217AB3-37A4-4CA3-867B-DBF6A7DA4FDE}"/>
              </a:ext>
            </a:extLst>
          </p:cNvPr>
          <p:cNvCxnSpPr>
            <a:cxnSpLocks/>
            <a:stCxn id="16" idx="6"/>
          </p:cNvCxnSpPr>
          <p:nvPr/>
        </p:nvCxnSpPr>
        <p:spPr>
          <a:xfrm flipV="1">
            <a:off x="5554858" y="2258911"/>
            <a:ext cx="1661117" cy="2420340"/>
          </a:xfrm>
          <a:prstGeom prst="lin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C6AC2D6-696C-451F-A203-4D53F604EC25}"/>
              </a:ext>
            </a:extLst>
          </p:cNvPr>
          <p:cNvSpPr txBox="1"/>
          <p:nvPr/>
        </p:nvSpPr>
        <p:spPr>
          <a:xfrm>
            <a:off x="339625" y="4284683"/>
            <a:ext cx="3926312" cy="584775"/>
          </a:xfrm>
          <a:prstGeom prst="rect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b="1" dirty="0"/>
              <a:t>5min walk off campus</a:t>
            </a:r>
            <a:endParaRPr lang="en-NZ" sz="3200" dirty="0"/>
          </a:p>
        </p:txBody>
      </p:sp>
    </p:spTree>
    <p:extLst>
      <p:ext uri="{BB962C8B-B14F-4D97-AF65-F5344CB8AC3E}">
        <p14:creationId xmlns:p14="http://schemas.microsoft.com/office/powerpoint/2010/main" val="3381065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0E68DE5B-B0A6-4861-80B3-D5B5B5F4E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1058" y="3155297"/>
            <a:ext cx="2773322" cy="2078856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824" y="200128"/>
            <a:ext cx="3767100" cy="2876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153007"/>
            <a:ext cx="2885069" cy="3519375"/>
          </a:xfrm>
          <a:prstGeom prst="rect">
            <a:avLst/>
          </a:prstGeo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Statistical support network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3992" y="0"/>
            <a:ext cx="1822784" cy="6858000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-590031" y="-34340"/>
            <a:ext cx="4590256" cy="641881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>
                <a:solidFill>
                  <a:schemeClr val="tx1"/>
                </a:solidFill>
              </a:rPr>
              <a:t>Statistical support </a:t>
            </a: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2018</a:t>
            </a:r>
            <a:endParaRPr lang="en-NZ" sz="2800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08863" y="5546899"/>
            <a:ext cx="452627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Researcher Development</a:t>
            </a:r>
            <a:br>
              <a:rPr lang="en-AU" b="1" dirty="0"/>
            </a:br>
            <a:r>
              <a:rPr lang="en-AU" dirty="0"/>
              <a:t>E: </a:t>
            </a:r>
            <a:r>
              <a:rPr lang="en-AU" u="sng" dirty="0">
                <a:hlinkClick r:id="rId5"/>
              </a:rPr>
              <a:t>ResearcherDevelopment@canberra.edu.au</a:t>
            </a:r>
            <a:endParaRPr lang="en-AU" u="sng" dirty="0"/>
          </a:p>
          <a:p>
            <a:r>
              <a:rPr lang="en-AU" b="1" dirty="0"/>
              <a:t>Statistical Advisors:</a:t>
            </a:r>
          </a:p>
          <a:p>
            <a:r>
              <a:rPr lang="en-AU" u="sng" dirty="0"/>
              <a:t>E: </a:t>
            </a:r>
            <a:r>
              <a:rPr lang="en-AU" u="sng" dirty="0">
                <a:hlinkClick r:id="rId6"/>
              </a:rPr>
              <a:t>statistics.network@canberra.edu.au</a:t>
            </a:r>
            <a:r>
              <a:rPr lang="en-AU" u="sng" dirty="0"/>
              <a:t> </a:t>
            </a:r>
            <a:r>
              <a:rPr lang="en-AU" dirty="0"/>
              <a:t> </a:t>
            </a:r>
            <a:endParaRPr lang="en-NZ" dirty="0"/>
          </a:p>
          <a:p>
            <a:endParaRPr lang="en-NZ" dirty="0"/>
          </a:p>
        </p:txBody>
      </p:sp>
      <p:sp>
        <p:nvSpPr>
          <p:cNvPr id="9" name="TextBox 8"/>
          <p:cNvSpPr txBox="1"/>
          <p:nvPr/>
        </p:nvSpPr>
        <p:spPr>
          <a:xfrm>
            <a:off x="149842" y="968861"/>
            <a:ext cx="3110510" cy="2062103"/>
          </a:xfrm>
          <a:prstGeom prst="rect">
            <a:avLst/>
          </a:prstGeom>
          <a:solidFill>
            <a:srgbClr val="FFCCCC"/>
          </a:solidFill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b="1" dirty="0"/>
              <a:t>Drop-in sessions:</a:t>
            </a:r>
          </a:p>
          <a:p>
            <a:r>
              <a:rPr lang="en-US" sz="3200" dirty="0"/>
              <a:t>1pm-3pm</a:t>
            </a:r>
          </a:p>
          <a:p>
            <a:r>
              <a:rPr lang="en-US" sz="3200" dirty="0"/>
              <a:t>Every Thursday</a:t>
            </a:r>
          </a:p>
          <a:p>
            <a:r>
              <a:rPr lang="en-US" sz="3200" dirty="0"/>
              <a:t>Room  9C18</a:t>
            </a:r>
            <a:endParaRPr lang="en-NZ" sz="3200" dirty="0"/>
          </a:p>
        </p:txBody>
      </p:sp>
      <p:sp>
        <p:nvSpPr>
          <p:cNvPr id="10" name="Oval 9"/>
          <p:cNvSpPr/>
          <p:nvPr/>
        </p:nvSpPr>
        <p:spPr>
          <a:xfrm>
            <a:off x="4221288" y="2611452"/>
            <a:ext cx="399715" cy="2698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12" name="Straight Connector 11"/>
          <p:cNvCxnSpPr>
            <a:cxnSpLocks/>
            <a:stCxn id="10" idx="2"/>
          </p:cNvCxnSpPr>
          <p:nvPr/>
        </p:nvCxnSpPr>
        <p:spPr>
          <a:xfrm flipH="1" flipV="1">
            <a:off x="3273377" y="2319065"/>
            <a:ext cx="947911" cy="427294"/>
          </a:xfrm>
          <a:prstGeom prst="lin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TextBox 16"/>
          <p:cNvSpPr txBox="1"/>
          <p:nvPr/>
        </p:nvSpPr>
        <p:spPr>
          <a:xfrm>
            <a:off x="3256259" y="118515"/>
            <a:ext cx="1368152" cy="58477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b="1" dirty="0"/>
              <a:t>Level 3</a:t>
            </a:r>
            <a:endParaRPr lang="en-NZ" sz="3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2108850-53F2-42D0-AFDA-AC022E05B2A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26" y="5501712"/>
            <a:ext cx="2031466" cy="126295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173CD04-D1F1-4D1A-A5BE-7BA0F447A1BC}"/>
              </a:ext>
            </a:extLst>
          </p:cNvPr>
          <p:cNvSpPr txBox="1"/>
          <p:nvPr/>
        </p:nvSpPr>
        <p:spPr>
          <a:xfrm>
            <a:off x="162867" y="3183104"/>
            <a:ext cx="3110510" cy="2062103"/>
          </a:xfrm>
          <a:prstGeom prst="rect">
            <a:avLst/>
          </a:prstGeom>
          <a:solidFill>
            <a:srgbClr val="FFCCCC"/>
          </a:solidFill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b="1" dirty="0"/>
              <a:t>Coding sessions:</a:t>
            </a:r>
          </a:p>
          <a:p>
            <a:r>
              <a:rPr lang="en-US" sz="3200" dirty="0"/>
              <a:t>9am-12pm</a:t>
            </a:r>
          </a:p>
          <a:p>
            <a:r>
              <a:rPr lang="en-US" sz="3200" dirty="0"/>
              <a:t>Every Wednesday</a:t>
            </a:r>
          </a:p>
          <a:p>
            <a:r>
              <a:rPr lang="en-US" sz="3200" dirty="0"/>
              <a:t>Café Momo</a:t>
            </a:r>
            <a:endParaRPr lang="en-NZ" sz="32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ADB787D-87DD-486B-93F4-DDEDDB0D8824}"/>
              </a:ext>
            </a:extLst>
          </p:cNvPr>
          <p:cNvSpPr/>
          <p:nvPr/>
        </p:nvSpPr>
        <p:spPr>
          <a:xfrm>
            <a:off x="6068635" y="3511216"/>
            <a:ext cx="660015" cy="42433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A217AB3-37A4-4CA3-867B-DBF6A7DA4FDE}"/>
              </a:ext>
            </a:extLst>
          </p:cNvPr>
          <p:cNvCxnSpPr>
            <a:cxnSpLocks/>
            <a:stCxn id="16" idx="2"/>
          </p:cNvCxnSpPr>
          <p:nvPr/>
        </p:nvCxnSpPr>
        <p:spPr>
          <a:xfrm flipH="1" flipV="1">
            <a:off x="3256259" y="3429000"/>
            <a:ext cx="2812376" cy="294383"/>
          </a:xfrm>
          <a:prstGeom prst="lin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C6AC2D6-696C-451F-A203-4D53F604EC25}"/>
              </a:ext>
            </a:extLst>
          </p:cNvPr>
          <p:cNvSpPr txBox="1"/>
          <p:nvPr/>
        </p:nvSpPr>
        <p:spPr>
          <a:xfrm>
            <a:off x="5124768" y="5104387"/>
            <a:ext cx="3926312" cy="58477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b="1" dirty="0"/>
              <a:t>5min walk off campus</a:t>
            </a:r>
            <a:endParaRPr lang="en-NZ" sz="32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DC9E2F2-32CB-482C-BF11-646E7106794E}"/>
              </a:ext>
            </a:extLst>
          </p:cNvPr>
          <p:cNvCxnSpPr>
            <a:cxnSpLocks/>
          </p:cNvCxnSpPr>
          <p:nvPr/>
        </p:nvCxnSpPr>
        <p:spPr>
          <a:xfrm flipH="1" flipV="1">
            <a:off x="6206061" y="4378061"/>
            <a:ext cx="660015" cy="726326"/>
          </a:xfrm>
          <a:prstGeom prst="lin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751749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164</Words>
  <Application>Microsoft Office PowerPoint</Application>
  <PresentationFormat>On-screen Show (4:3)</PresentationFormat>
  <Paragraphs>53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Statistical support network</vt:lpstr>
      <vt:lpstr>Statistical support network</vt:lpstr>
      <vt:lpstr>PowerPoint Presentation</vt:lpstr>
      <vt:lpstr>Statistical support network</vt:lpstr>
    </vt:vector>
  </TitlesOfParts>
  <Company>University of Canberra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Anthony R Davidson</dc:creator>
  <cp:lastModifiedBy>Anthony.Davidson</cp:lastModifiedBy>
  <cp:revision>15</cp:revision>
  <dcterms:created xsi:type="dcterms:W3CDTF">2018-03-04T20:48:33Z</dcterms:created>
  <dcterms:modified xsi:type="dcterms:W3CDTF">2018-11-26T01:03:14Z</dcterms:modified>
</cp:coreProperties>
</file>